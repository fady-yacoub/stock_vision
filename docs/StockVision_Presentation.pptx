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54864" cy="4919472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640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📈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StockVision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Market Analysis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82880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00400"/>
            <a:ext cx="1828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06040" y="3200400"/>
            <a:ext cx="182880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3200400"/>
            <a:ext cx="1828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182880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200400"/>
            <a:ext cx="1828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3200400"/>
            <a:ext cx="182880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3200400"/>
            <a:ext cx="1828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Canadian International College  |  Dr. Khalaf  |  Team of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06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10642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06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0" y="110642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92808"/>
            <a:ext cx="402336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92808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391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0391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892808"/>
            <a:ext cx="402336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892808"/>
            <a:ext cx="40233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0391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20391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 &amp; Responsibilities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825496"/>
            <a:ext cx="402336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25496"/>
            <a:ext cx="40233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71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Diagrams (DFD, Use Case, Sequence, ER)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825496"/>
            <a:ext cx="402336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825496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71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&amp; Demo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758184"/>
            <a:ext cx="402336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58184"/>
            <a:ext cx="40233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044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05840" y="3904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Results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758184"/>
            <a:ext cx="4023360" cy="749808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758184"/>
            <a:ext cx="40233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044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86400" y="3904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StockVision?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StockVision is a </a:t>
            </a:r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application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enables users to search, analyze, and visualize stock market data in real-time using the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 API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048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stock market data collection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620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437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interactive web application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3009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826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price trends with charts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739896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216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financial indicators to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17880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605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errors gracefully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914400"/>
            <a:ext cx="1645920" cy="173736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914400"/>
            <a:ext cx="1645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280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7784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Stock Symbol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60920" y="914400"/>
            <a:ext cx="1645920" cy="173736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60920" y="914400"/>
            <a:ext cx="1645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280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6092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Types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2926080"/>
            <a:ext cx="1645920" cy="1737360"/>
          </a:xfrm>
          <a:prstGeom prst="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2926080"/>
            <a:ext cx="1645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7784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60920" y="2926080"/>
            <a:ext cx="1645920" cy="17373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60920" y="2926080"/>
            <a:ext cx="1645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MA7/20/50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VWAP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4" name="Image 0" descr="/home/claude/diagrams/0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11612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Framework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rendering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960120"/>
            <a:ext cx="2697480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96012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50208" y="11612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50208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960120"/>
            <a:ext cx="2697480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960120"/>
            <a:ext cx="2697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94576" y="11612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4576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OHLCV + Company Info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98648"/>
            <a:ext cx="2697480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98648"/>
            <a:ext cx="2697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815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🐼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05840" y="30998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/ NumPy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operations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2898648"/>
            <a:ext cx="2697480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898648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0815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950208" y="30998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50208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Line, Candlestick, Bar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3056" y="2898648"/>
            <a:ext cx="2697480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2898648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0815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94576" y="30998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94576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 &amp; Responsibilities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11680" cy="397764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875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182880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backend.py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02996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84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 API integration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50545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973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validation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98094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3522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4564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07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fetching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95728" y="914400"/>
            <a:ext cx="2011680" cy="397764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95728" y="91440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9875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95728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87168" y="1645920"/>
            <a:ext cx="182880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data_processing.py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20299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5768" y="1984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data cleaning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0" y="25054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5768" y="245973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OHLCV extraction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0" y="29809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15768" y="293522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/ VWAP computation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0" y="34564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15768" y="34107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change calc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08576" y="914400"/>
            <a:ext cx="2011680" cy="3977640"/>
          </a:xfrm>
          <a:prstGeom prst="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8576" y="914400"/>
            <a:ext cx="2011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9875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08576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0016" y="1645920"/>
            <a:ext cx="182880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0016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visualization.py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73168" y="202996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1984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chart creation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250545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245973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+ Candlestick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73168" y="298094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93522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bar chart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73168" y="345643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28616" y="34107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overlays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21424" y="914400"/>
            <a:ext cx="2011680" cy="3977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21424" y="91440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21424" y="9875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4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821424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QA / Docs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12864" y="1645920"/>
            <a:ext cx="182880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12864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86016" y="20299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41464" y="1984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 layout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986016" y="250545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1464" y="245973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 mgmt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86016" y="29809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41464" y="293522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all scenarios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86016" y="34564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41464" y="34107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+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 – Context</a:t>
            </a:r>
            <a:endParaRPr lang="en-US" sz="1200" dirty="0"/>
          </a:p>
        </p:txBody>
      </p:sp>
      <p:pic>
        <p:nvPicPr>
          <p:cNvPr id="5" name="Image 0" descr="/home/claude/diagrams/02_dfd_level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4023360" cy="2267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– Internal Processes</a:t>
            </a:r>
            <a:endParaRPr lang="en-US" sz="1200" dirty="0"/>
          </a:p>
        </p:txBody>
      </p:sp>
      <p:pic>
        <p:nvPicPr>
          <p:cNvPr id="7" name="Image 1" descr="/home/claude/diagrams/03_dfd_level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22677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receives a Stock Symbol from the User, requests data from Yahoo Finance, processes it through validation → fetch → clean → visualize, and returns a complete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&amp; Activity Diagrams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</a:t>
            </a:r>
            <a:endParaRPr lang="en-US" sz="1200" dirty="0"/>
          </a:p>
        </p:txBody>
      </p:sp>
      <p:pic>
        <p:nvPicPr>
          <p:cNvPr id="5" name="Image 0" descr="/home/claude/diagrams/04_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402336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</a:t>
            </a:r>
            <a:endParaRPr lang="en-US" sz="1200" dirty="0"/>
          </a:p>
        </p:txBody>
      </p:sp>
      <p:pic>
        <p:nvPicPr>
          <p:cNvPr id="7" name="Image 1" descr="/home/claude/diagrams/05_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&amp; ER Diagrams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</a:t>
            </a:r>
            <a:endParaRPr lang="en-US" sz="1200" dirty="0"/>
          </a:p>
        </p:txBody>
      </p:sp>
      <p:pic>
        <p:nvPicPr>
          <p:cNvPr id="5" name="Image 0" descr="/home/claude/diagrams/06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4023360" cy="2267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</a:t>
            </a:r>
            <a:endParaRPr lang="en-US" sz="1200" dirty="0"/>
          </a:p>
        </p:txBody>
      </p:sp>
      <p:pic>
        <p:nvPicPr>
          <p:cNvPr id="7" name="Image 1" descr="/home/claude/diagrams/07_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22677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3657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Sequence Diagram shows time-ordered calls between all 5 modules. The ER Diagram models 5 logical entities: STOCK, PRICE_RECORD, INDICATOR, USER_SESSION, and SEARCH_LOG.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115568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live and historical OHLCV data from Yahoo Finance for any valid ticker.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1115568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60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11247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with gradient fill or full Candlestick (OHLC) via Plotly.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60520" cy="1115568"/>
          </a:xfrm>
          <a:prstGeom prst="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4160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6888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05840" y="24505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Averages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88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MA7, MA20, MA50 overlaid on price chart. VWAP computed per session.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60520" cy="1115568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6888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24505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788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Green/red bar chart shows trading volume direction per session.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60520" cy="1115568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41605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05840" y="3776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Search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114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popular ticker shortcuts (AAPL, TSLA, NVDA…) for instant access.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60520" cy="1115568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41605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9476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486400" y="3776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114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validation + API error catching with descriptive user messages.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 Cases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6012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20240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Failed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960120"/>
            <a:ext cx="1920240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9601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29968"/>
          <a:ext cx="859536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743200"/>
                <a:gridCol w="1371600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Symbol (AAPL)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AAPL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dashboard renders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 Format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error message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 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(empty)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field 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Symbol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XXXXX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data error message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Candlestick Chart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OHLC candles render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Time Periods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7d→2y all 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320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416052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83080"/>
            <a:ext cx="4160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functional requirements met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416052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783080"/>
            <a:ext cx="4160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9019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via yFinance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416052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97480"/>
            <a:ext cx="4160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8163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modular code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697480"/>
            <a:ext cx="416052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697480"/>
            <a:ext cx="4160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28163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Plotly visualizations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416052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11880"/>
            <a:ext cx="4160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37307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test pass rate (14/14 cases)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416052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1188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»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49240" y="37307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RSI, MACD, ML prediction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StockVision – Stock Market Analysis System  |  Dr. Khalaf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StockVision – Stock Market Analysis System</dc:title>
  <dc:subject>PptxGenJS Presentation</dc:subject>
  <dc:creator>Team Project</dc:creator>
  <cp:lastModifiedBy>Team Project</cp:lastModifiedBy>
  <cp:revision>1</cp:revision>
  <dcterms:created xsi:type="dcterms:W3CDTF">2026-05-09T11:28:02Z</dcterms:created>
  <dcterms:modified xsi:type="dcterms:W3CDTF">2026-05-09T11:28:02Z</dcterms:modified>
</cp:coreProperties>
</file>